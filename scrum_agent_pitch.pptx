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00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548640" y="640079"/>
            <a:ext cx="54864" cy="1578077"/>
          </a:xfrm>
          <a:prstGeom prst="rect">
            <a:avLst/>
          </a:prstGeom>
          <a:solidFill>
            <a:srgbClr val="7B6FFF"/>
          </a:solidFill>
          <a:ln w="1270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SCRUM AGENT — PITCH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 o Scrum Master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adormecesse?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agente de IA que planeia, prioriza e aloca — sem fricção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E9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PDF ao sprint em minutos.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Scrum Master gasta tempo no lugar errado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21792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CRIAÇÃO 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20391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escritas do zero, sprint após sprint, com base nos mesmos documentos.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28032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ALOCAÇÃO POR INTUIÇÃO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8032" y="20391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 baseia-se em memória e preferências — não em skills reais.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21792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PLANEAMENTO FRAGMENTADO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593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disperso entre docs, emails e reuniões. Nenhum ponto único de verdade.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137160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828032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RETRABALHO CONSTANTE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35935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mudança de prioridade obriga a rever manualmente dependências e timelines.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PDF ao sprint </a:t>
            </a:r>
            <a:r>
              <a:rPr lang="en-US" sz="2800" dirty="0" err="1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</a:t>
            </a: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dirty="0" err="1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minutos</a:t>
            </a: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Matchboard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 PDF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86584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87168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2624328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4328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 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6552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17136" y="1463040"/>
            <a:ext cx="1920240" cy="1463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654296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4296" y="19659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criados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priorizados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47104" y="1463040"/>
            <a:ext cx="1920240" cy="1463040"/>
          </a:xfrm>
          <a:prstGeom prst="rect">
            <a:avLst/>
          </a:prstGeom>
          <a:solidFill>
            <a:srgbClr val="130F28"/>
          </a:solidFill>
          <a:ln w="1270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638544" y="1554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DIFERENCIAL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84264" y="1810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21214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 pessoas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conversa com o utilizador para refinar, editar e replanear — tudo numa interface única.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DIFERENCIAÇÃO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alocação inteligente que ninguém 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DO PROJETO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38328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(Python)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38328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(Figma)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338328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94360" y="30998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(SQL)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66744"/>
            <a:ext cx="338328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94360" y="37581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(AWS)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0208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B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DE DADOS DE PESSOAS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411480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70916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 — Python, FastAPI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350008"/>
            <a:ext cx="4114800" cy="548640"/>
          </a:xfrm>
          <a:prstGeom prst="rect">
            <a:avLst/>
          </a:prstGeom>
          <a:solidFill>
            <a:srgbClr val="130F28"/>
          </a:solidFill>
          <a:ln w="1016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70916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 Neves — Figma, UX Research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008376"/>
            <a:ext cx="411480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709160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Luz — SQL, dbt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666744"/>
            <a:ext cx="4114800" cy="5486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709160" y="3758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Faria — AWS, Terraform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cruza os requisitos de cada sprint com os perfis reais da equipa e recomenda a pessoa certa — com justificação.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agente faz concretamente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344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E INTERAÇÃO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21792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 interpreta PDFs de projeto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user stories com critérios de aceitação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21792" y="3035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estrutura sprints com timelines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21792" y="3694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backlog por impacto e dependências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19072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828032" y="1719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conversacional de tasks e sprints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36576" cy="384048"/>
          </a:xfrm>
          <a:prstGeom prst="rect">
            <a:avLst/>
          </a:prstGeom>
          <a:solidFill>
            <a:srgbClr val="7B6FFF"/>
          </a:solidFill>
          <a:ln w="12700">
            <a:solidFill>
              <a:srgbClr val="7B6F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828032" y="2377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 pessoas por skills e disponibilidade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035808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828032" y="30358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 do estado do projeto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694176"/>
            <a:ext cx="36576" cy="384048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828032" y="3694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Re-planeamento dinâmico por mudanças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tempo a planear, mais tempo a entregar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 err="1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Diminui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de sprint planning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 err="1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Aumenta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Precisão na alocação de recursos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554480"/>
          </a:xfrm>
          <a:prstGeom prst="rect">
            <a:avLst/>
          </a:prstGeom>
          <a:solidFill>
            <a:srgbClr val="0F0F1A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stories esquecidas ou duplicadas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4539" y="3337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equipa foca-se no trabalho que importa. O agente trata do resto — e aprende com cada sprint.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Matchboard: Um Scrum Master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0E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escala com a equipa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8046720" cy="1554480"/>
          </a:xfrm>
          <a:prstGeom prst="rect">
            <a:avLst/>
          </a:prstGeom>
          <a:solidFill>
            <a:srgbClr val="0A0810"/>
          </a:solidFill>
          <a:ln w="12700">
            <a:solidFill>
              <a:srgbClr val="3A30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31520" y="22631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"Não automatizámos o Scrum.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A89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Falámos com ele."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descrição do projeto à equipa alocada, em minutos.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dados reais de equipas, com IA no centro — não </a:t>
            </a:r>
            <a:r>
              <a:rPr lang="en-US" sz="1300" dirty="0" err="1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acessório</a:t>
            </a:r>
            <a:r>
              <a:rPr lang="en-US" sz="1300" dirty="0">
                <a:solidFill>
                  <a:srgbClr val="9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414</Words>
  <Application>Microsoft Office PowerPoint</Application>
  <PresentationFormat>Apresentação no Ecrã 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Agent — Pitch</dc:title>
  <dc:subject>PptxGenJS Presentation</dc:subject>
  <dc:creator>PptxGenJS</dc:creator>
  <cp:lastModifiedBy>Maria Amaral</cp:lastModifiedBy>
  <cp:revision>2</cp:revision>
  <dcterms:created xsi:type="dcterms:W3CDTF">2026-05-20T11:24:14Z</dcterms:created>
  <dcterms:modified xsi:type="dcterms:W3CDTF">2026-05-20T12:37:50Z</dcterms:modified>
</cp:coreProperties>
</file>